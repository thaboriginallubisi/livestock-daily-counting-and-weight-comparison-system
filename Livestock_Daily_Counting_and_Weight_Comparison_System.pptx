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458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48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950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688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501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6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290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737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38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03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5706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668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0796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4281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599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80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3079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ws looking at the camera">
            <a:extLst>
              <a:ext uri="{FF2B5EF4-FFF2-40B4-BE49-F238E27FC236}">
                <a16:creationId xmlns:a16="http://schemas.microsoft.com/office/drawing/2014/main" id="{4BC0E0FA-2DF0-4F24-F661-4C66FD3B99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308"/>
          <a:stretch>
            <a:fillRect/>
          </a:stretch>
        </p:blipFill>
        <p:spPr>
          <a:xfrm>
            <a:off x="0" y="-2030"/>
            <a:ext cx="9143980" cy="685597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D1CAB03-F6A4-4736-85F6-261056424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30"/>
            <a:ext cx="9144000" cy="6858000"/>
          </a:xfrm>
          <a:prstGeom prst="rect">
            <a:avLst/>
          </a:prstGeom>
          <a:gradFill flip="none" rotWithShape="1">
            <a:gsLst>
              <a:gs pos="32000">
                <a:schemeClr val="bg2">
                  <a:lumMod val="75000"/>
                  <a:alpha val="3000"/>
                </a:schemeClr>
              </a:gs>
              <a:gs pos="100000">
                <a:sysClr val="windowText" lastClr="000000">
                  <a:alpha val="70000"/>
                </a:sysClr>
              </a:gs>
            </a:gsLst>
            <a:path path="circle">
              <a:fillToRect l="50000" t="5000" r="50000" b="95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2321B3-5D47-422E-8DD6-192DA485F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30000"/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>
                      <a14:imgEffect>
                        <a14:sharpenSoften amount="35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6451" y="352386"/>
            <a:ext cx="6751097" cy="3157577"/>
          </a:xfrm>
        </p:spPr>
        <p:txBody>
          <a:bodyPr>
            <a:normAutofit/>
          </a:bodyPr>
          <a:lstStyle/>
          <a:p>
            <a:r>
              <a:rPr lang="en-US" sz="4100" dirty="0"/>
              <a:t>Livestock Daily Counting and Weight Comparison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602037"/>
            <a:ext cx="8854633" cy="315757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800" dirty="0"/>
              <a:t>PLC-Based Automation Project</a:t>
            </a:r>
          </a:p>
          <a:p>
            <a:pPr>
              <a:lnSpc>
                <a:spcPct val="110000"/>
              </a:lnSpc>
            </a:pPr>
            <a:r>
              <a:rPr lang="en-US" sz="1700" i="1" dirty="0"/>
              <a:t>Presented by GreenTech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This project focuses on designing a PLC-based automated system for livestock management.</a:t>
            </a:r>
          </a:p>
          <a:p>
            <a:r>
              <a:rPr lang="en-US"/>
              <a:t>The system automatically counts livestock daily and measures individual animal weight.</a:t>
            </a:r>
          </a:p>
          <a:p>
            <a:r>
              <a:rPr lang="en-US"/>
              <a:t>It compares weight data against predefined thresholds to support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livestock farming requires accurate data for productivity and animal health.</a:t>
            </a:r>
          </a:p>
          <a:p>
            <a:r>
              <a:t>Manual counting and weighing are time-consuming and prone to errors.</a:t>
            </a:r>
          </a:p>
          <a:p>
            <a:r>
              <a:t>Automation using PLCs provides reliable, real-time monitoring and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Manual livestock counting and weight measurement lead to:</a:t>
            </a:r>
            <a:endParaRPr lang="en-US" dirty="0"/>
          </a:p>
          <a:p>
            <a:pPr marL="0" indent="0">
              <a:buNone/>
            </a:pPr>
            <a:r>
              <a:rPr dirty="0"/>
              <a:t>- Inaccurate records</a:t>
            </a:r>
          </a:p>
          <a:p>
            <a:pPr marL="0" indent="0">
              <a:buNone/>
            </a:pPr>
            <a:r>
              <a:rPr dirty="0"/>
              <a:t>- Increased labor costs</a:t>
            </a:r>
          </a:p>
          <a:p>
            <a:pPr marL="0" indent="0">
              <a:buNone/>
            </a:pPr>
            <a:r>
              <a:rPr dirty="0"/>
              <a:t>- Delayed decision-making</a:t>
            </a:r>
          </a:p>
          <a:p>
            <a:r>
              <a:rPr dirty="0"/>
              <a:t>There is a need for an automated, accurate, and reliable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Aim and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Aim:</a:t>
            </a:r>
          </a:p>
          <a:p>
            <a:r>
              <a:t>To develop an automated PLC-based system for daily livestock counting and weight comparison.</a:t>
            </a:r>
          </a:p>
          <a:p>
            <a:endParaRPr/>
          </a:p>
          <a:p>
            <a:r>
              <a:t>Mission:</a:t>
            </a:r>
          </a:p>
          <a:p>
            <a:r>
              <a:t>To improve farm efficiency, accuracy, and data-driven livestock management through automation.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dirty="0"/>
              <a:t>PLC-controlled system with:</a:t>
            </a:r>
          </a:p>
          <a:p>
            <a:pPr marL="0" indent="0">
              <a:buNone/>
            </a:pPr>
            <a:r>
              <a:rPr dirty="0"/>
              <a:t>- Sensors for animal detection</a:t>
            </a:r>
          </a:p>
          <a:p>
            <a:pPr marL="0" indent="0">
              <a:buNone/>
            </a:pPr>
            <a:r>
              <a:rPr dirty="0"/>
              <a:t>- Load cells for weight measurement</a:t>
            </a:r>
          </a:p>
          <a:p>
            <a:pPr marL="0" indent="0">
              <a:buNone/>
            </a:pPr>
            <a:r>
              <a:rPr dirty="0"/>
              <a:t>- PLC logic for counting and comparison</a:t>
            </a:r>
          </a:p>
          <a:p>
            <a:pPr marL="0" indent="0">
              <a:buNone/>
            </a:pPr>
            <a:r>
              <a:rPr dirty="0"/>
              <a:t>- HMI/display for results</a:t>
            </a:r>
          </a:p>
          <a:p>
            <a:pPr marL="0" indent="0">
              <a:buNone/>
            </a:pPr>
            <a:r>
              <a:rPr dirty="0"/>
              <a:t>- Automatic </a:t>
            </a:r>
            <a:r>
              <a:rPr lang="en-US" dirty="0"/>
              <a:t>or</a:t>
            </a:r>
            <a:r>
              <a:rPr dirty="0"/>
              <a:t> manual daily reset functionality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5" y="1851949"/>
            <a:ext cx="7926219" cy="3939251"/>
          </a:xfrm>
        </p:spPr>
        <p:txBody>
          <a:bodyPr/>
          <a:lstStyle/>
          <a:p>
            <a:r>
              <a:rPr dirty="0"/>
              <a:t>The system provides:</a:t>
            </a:r>
          </a:p>
          <a:p>
            <a:r>
              <a:rPr dirty="0"/>
              <a:t>- Accurate daily livestock count</a:t>
            </a:r>
          </a:p>
          <a:p>
            <a:r>
              <a:rPr dirty="0"/>
              <a:t>- Reliable individual weight measurement</a:t>
            </a:r>
          </a:p>
          <a:p>
            <a:r>
              <a:rPr dirty="0"/>
              <a:t>- Automatic classification of animals (underweight, normal, overweight)</a:t>
            </a:r>
          </a:p>
          <a:p>
            <a:r>
              <a:rPr dirty="0"/>
              <a:t>- Reduced manual work and human error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Future Enhancement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861" y="1935922"/>
            <a:ext cx="8472667" cy="4499602"/>
          </a:xfrm>
        </p:spPr>
        <p:txBody>
          <a:bodyPr>
            <a:normAutofit/>
          </a:bodyPr>
          <a:lstStyle/>
          <a:p>
            <a:r>
              <a:rPr dirty="0"/>
              <a:t>Challenges:</a:t>
            </a:r>
          </a:p>
          <a:p>
            <a:pPr marL="0" indent="0">
              <a:buNone/>
            </a:pPr>
            <a:r>
              <a:rPr dirty="0"/>
              <a:t>- Sensor calibration accuracy</a:t>
            </a:r>
          </a:p>
          <a:p>
            <a:pPr marL="0" indent="0">
              <a:buNone/>
            </a:pPr>
            <a:r>
              <a:rPr dirty="0"/>
              <a:t>- Environmental conditions affecting sensors</a:t>
            </a:r>
          </a:p>
          <a:p>
            <a:pPr marL="0" indent="0">
              <a:buNone/>
            </a:pPr>
            <a:r>
              <a:rPr dirty="0"/>
              <a:t>- Initial system cost</a:t>
            </a:r>
          </a:p>
          <a:p>
            <a:endParaRPr dirty="0"/>
          </a:p>
          <a:p>
            <a:r>
              <a:rPr dirty="0"/>
              <a:t>Future Enhancements:</a:t>
            </a:r>
          </a:p>
          <a:p>
            <a:pPr marL="0" indent="0">
              <a:buNone/>
            </a:pPr>
            <a:r>
              <a:rPr dirty="0"/>
              <a:t>- Mobile monitoring</a:t>
            </a:r>
          </a:p>
          <a:p>
            <a:pPr marL="0" indent="0">
              <a:buNone/>
            </a:pPr>
            <a:r>
              <a:rPr dirty="0"/>
              <a:t>- Integration with farm management software</a:t>
            </a:r>
          </a:p>
          <a:p>
            <a:pPr marL="0" indent="0">
              <a:buNone/>
            </a:pPr>
            <a:r>
              <a:rPr dirty="0"/>
              <a:t>- AI-based animal health prediction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Livestock Daily Counting and Weight Comparison System improves farm operations.</a:t>
            </a:r>
          </a:p>
          <a:p>
            <a:r>
              <a:t>It ensures accuracy, efficiency, and reliable data collection.</a:t>
            </a:r>
          </a:p>
          <a:p>
            <a:r>
              <a:t>PLC-based automation supports sustainable and smart livestock management.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56B76-35E5-7564-9437-033B07528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726" y="4184822"/>
            <a:ext cx="7870547" cy="11346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500"/>
              <a:t>Thank you</a:t>
            </a:r>
            <a:br>
              <a:rPr lang="en-US" sz="3500"/>
            </a:br>
            <a:r>
              <a:rPr lang="en-US" sz="3500"/>
              <a:t>for your attention</a:t>
            </a:r>
          </a:p>
        </p:txBody>
      </p:sp>
      <p:pic>
        <p:nvPicPr>
          <p:cNvPr id="11" name="Graphic 10" descr="Grinning Face with No Fill">
            <a:extLst>
              <a:ext uri="{FF2B5EF4-FFF2-40B4-BE49-F238E27FC236}">
                <a16:creationId xmlns:a16="http://schemas.microsoft.com/office/drawing/2014/main" id="{9C52555A-CA66-561E-656B-E4F83B879D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6108" y="875098"/>
            <a:ext cx="3091784" cy="3091784"/>
          </a:xfrm>
          <a:prstGeom prst="rect">
            <a:avLst/>
          </a:prstGeom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</p:pic>
    </p:spTree>
    <p:extLst>
      <p:ext uri="{BB962C8B-B14F-4D97-AF65-F5344CB8AC3E}">
        <p14:creationId xmlns:p14="http://schemas.microsoft.com/office/powerpoint/2010/main" val="32800009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230</TotalTime>
  <Words>304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Bookman Old Style</vt:lpstr>
      <vt:lpstr>Calibri</vt:lpstr>
      <vt:lpstr>Rockwell</vt:lpstr>
      <vt:lpstr>Damask</vt:lpstr>
      <vt:lpstr>Livestock Daily Counting and Weight Comparison System</vt:lpstr>
      <vt:lpstr>Project Overview</vt:lpstr>
      <vt:lpstr>Introduction</vt:lpstr>
      <vt:lpstr>Problem Statement</vt:lpstr>
      <vt:lpstr>Aim and Mission</vt:lpstr>
      <vt:lpstr>Proposed Solution</vt:lpstr>
      <vt:lpstr>Results</vt:lpstr>
      <vt:lpstr>Challenges and Future Enhancement</vt:lpstr>
      <vt:lpstr>Conclusion</vt:lpstr>
      <vt:lpstr>Thank you for your attention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CAPACITI</dc:creator>
  <cp:keywords/>
  <dc:description>generated using python-pptx</dc:description>
  <cp:lastModifiedBy>Innocent Mogane</cp:lastModifiedBy>
  <cp:revision>3</cp:revision>
  <dcterms:created xsi:type="dcterms:W3CDTF">2013-01-27T09:14:16Z</dcterms:created>
  <dcterms:modified xsi:type="dcterms:W3CDTF">2026-01-19T13:26:15Z</dcterms:modified>
  <cp:category/>
</cp:coreProperties>
</file>